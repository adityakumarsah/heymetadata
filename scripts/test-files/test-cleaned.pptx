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
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/>
  <p:sldSz cx="9144000" cy="5143500" type="screen16x9"/>
  <p:notesSz cx="6858000" cy="9144000"/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slides/_rels/slide1.xml.rels><?xml version="1.0" encoding="UTF-8" standalone="yes"?>
<Relationships xmlns="http://schemas.openxmlformats.org/package/2006/relationships"/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2026 Strategic Review — Confidential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</cp:coreProperties>
</file>