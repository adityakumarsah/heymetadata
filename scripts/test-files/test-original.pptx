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/>
  <p:sldSz cx="9144000" cy="5143500" type="screen16x9"/>
  <p:notesSz cx="6858000" cy="9144000"/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2026 Strategic Review — Confidential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AppVersion>16.0300</AppVersion>
  <Company>Acme Corp Global</Company>
  <Manager>Carol Manager</Manager>
  <Slides>1</Slides>
  <PresentationFormat>On-screen Show (16:9)</PresentationFormat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Confidential Report Q3</dc:title>
  <dc:subject>Financial Analysis</dc:subject>
  <dc:creator>Jane Smith</dc:creator>
  <cp:keywords>finance budget 2026 confidential</cp:keywords>
  <dc:description>Internal quarterly financial review</dc:description>
  <cp:lastModifiedBy>John Doe</cp:lastModifiedBy>
  <cp:revision>14</cp:revision>
  <cp:category>Finance</cp:category>
  <dcterms:created xsi:type="dcterms:W3CDTF">2026-01-15T09:30:00Z</dcterms:created>
  <dcterms:modified xsi:type="dcterms:W3CDTF">2026-07-20T14:22:00Z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ject Code">
    <vt:lpwstr>PROJ-2026-007</vt:lpwstr>
  </property>
  <property fmtid="{D5CDD505-2E9C-101B-9397-08002B2CF9AE}" pid="3" name="Client">
    <vt:lpwstr>Acme Corporation</vt:lpwstr>
  </property>
  <property fmtid="{D5CDD505-2E9C-101B-9397-08002B2CF9AE}" pid="4" name="Approved">
    <vt:bool>1</vt:bool>
  </property>
  <property fmtid="{D5CDD505-2E9C-101B-9397-08002B2CF9AE}" pid="5" name="ReviewCount">
    <vt:i4>7</vt:i4>
  </property>
  <property fmtid="{D5CDD505-2E9C-101B-9397-08002B2CF9AE}" pid="6" name="DeadlineDate">
    <vt:date>2026-09-30T00:00:00Z</vt:date>
  </property>
</Properties>
</file>